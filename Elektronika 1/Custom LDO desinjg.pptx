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FOo5aSQ49aN4DoGd3AM1W/kx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10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6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ámakép képaláírással">
  <p:cSld name="Panorámakép képaláírással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képaláírás">
  <p:cSld name="Cím és képaláírá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ézet képaláírással">
  <p:cSld name="Idézet képaláírással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2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3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évkártya">
  <p:cSld name="Névkártya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hasáb">
  <p:cSld name="3 hasáb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5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5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5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5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képhasáb">
  <p:cSld name="3 képhasáb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6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6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6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6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6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6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6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6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6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6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1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1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1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1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GB"/>
              <a:t>Custom LDO design &amp; Basic Op Amp Ciruits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Basic Op Amp Circuit – Fundamantials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6515" y="1152983"/>
            <a:ext cx="3039446" cy="2736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39" y="2117018"/>
            <a:ext cx="3491248" cy="84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039" y="2962911"/>
            <a:ext cx="3491248" cy="70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0319" y="3979768"/>
            <a:ext cx="3092502" cy="226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039" y="3560631"/>
            <a:ext cx="3491248" cy="838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6039" y="4398904"/>
            <a:ext cx="3491248" cy="94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Basic Op Amp Circuit – Not Inverting Amplifier</a:t>
            </a:r>
            <a:endParaRPr/>
          </a:p>
        </p:txBody>
      </p:sp>
      <p:sp>
        <p:nvSpPr>
          <p:cNvPr id="166" name="Google Shape;166;p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0305" y="2547948"/>
            <a:ext cx="4328535" cy="2636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4" y="2647339"/>
            <a:ext cx="3062520" cy="80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4" y="3447508"/>
            <a:ext cx="3048264" cy="586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4" y="4034299"/>
            <a:ext cx="3062520" cy="952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Basic Op Amp Circuit – Inverting Amplifier</a:t>
            </a:r>
            <a:endParaRPr/>
          </a:p>
        </p:txBody>
      </p:sp>
      <p:sp>
        <p:nvSpPr>
          <p:cNvPr id="176" name="Google Shape;176;p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77" name="Google Shape;1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6144" y="2552080"/>
            <a:ext cx="4519052" cy="282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2419" y="2850254"/>
            <a:ext cx="3147333" cy="87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2418" y="3726630"/>
            <a:ext cx="3147333" cy="1211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Basic Op Amp Circuit – Summing Amplifier</a:t>
            </a:r>
            <a:endParaRPr/>
          </a:p>
        </p:txBody>
      </p:sp>
      <p:sp>
        <p:nvSpPr>
          <p:cNvPr id="185" name="Google Shape;185;p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GB"/>
              <a:t>s</a:t>
            </a:r>
            <a:endParaRPr/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3399" y="2406622"/>
            <a:ext cx="4907705" cy="317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008" y="2052918"/>
            <a:ext cx="1470787" cy="174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7795" y="2052918"/>
            <a:ext cx="3330229" cy="830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37795" y="2883569"/>
            <a:ext cx="3330229" cy="9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7008" y="3798048"/>
            <a:ext cx="4801016" cy="685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Basic Op Amp Circuit – Diffirential Amplifier</a:t>
            </a:r>
            <a:endParaRPr/>
          </a:p>
        </p:txBody>
      </p:sp>
      <p:sp>
        <p:nvSpPr>
          <p:cNvPr id="196" name="Google Shape;196;p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6131" y="2431025"/>
            <a:ext cx="4852766" cy="3252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485" y="1947113"/>
            <a:ext cx="3337849" cy="96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485" y="2914937"/>
            <a:ext cx="3337849" cy="75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485" y="3652312"/>
            <a:ext cx="3337849" cy="102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485" y="4681101"/>
            <a:ext cx="3337849" cy="64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LDO Desing – Op Amp selection</a:t>
            </a:r>
            <a:endParaRPr/>
          </a:p>
        </p:txBody>
      </p:sp>
      <p:sp>
        <p:nvSpPr>
          <p:cNvPr id="207" name="Google Shape;207;p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GB"/>
              <a:t>LM358P Op amp;</a:t>
            </a:r>
            <a:endParaRPr/>
          </a:p>
        </p:txBody>
      </p:sp>
      <p:pic>
        <p:nvPicPr>
          <p:cNvPr id="208" name="Google Shape;2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7426" y="1510732"/>
            <a:ext cx="6167627" cy="48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LDO Desing – Transistor Selection</a:t>
            </a:r>
            <a:endParaRPr/>
          </a:p>
        </p:txBody>
      </p:sp>
      <p:sp>
        <p:nvSpPr>
          <p:cNvPr id="214" name="Google Shape;214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GB"/>
              <a:t>2222A NPN transistor;</a:t>
            </a:r>
            <a:endParaRPr/>
          </a:p>
        </p:txBody>
      </p:sp>
      <p:pic>
        <p:nvPicPr>
          <p:cNvPr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4214" y="1660761"/>
            <a:ext cx="4145639" cy="458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GB"/>
              <a:t>LDO Desing – Basic LDO Circuit Desing</a:t>
            </a:r>
            <a:endParaRPr/>
          </a:p>
        </p:txBody>
      </p:sp>
      <p:sp>
        <p:nvSpPr>
          <p:cNvPr id="221" name="Google Shape;221;p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312" y="1973209"/>
            <a:ext cx="8596105" cy="4275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228" name="Google Shape;22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384" y="2146285"/>
            <a:ext cx="7011008" cy="4008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2024-11-12T06:06:01Z</dcterms:created>
  <dc:creator>Ricsi</dc:creator>
</cp:coreProperties>
</file>