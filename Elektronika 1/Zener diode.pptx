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028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873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96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70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340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967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93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46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792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96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060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6904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046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729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826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227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90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A15B118-E461-4B75-BA08-5ABF9C7AAEB9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9AC35-E407-4531-8767-8126BF7617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1643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0CF7B5-E168-708F-A5D5-B98DD89B3A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Zener diode </a:t>
            </a:r>
            <a:r>
              <a:rPr lang="en-GB"/>
              <a:t>as voltage regulator</a:t>
            </a:r>
            <a:endParaRPr lang="en-GB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815780C-2D70-B768-48A4-B9918A0D0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By: </a:t>
            </a:r>
            <a:r>
              <a:rPr lang="en-GB" dirty="0" err="1"/>
              <a:t>nagy</a:t>
            </a:r>
            <a:r>
              <a:rPr lang="en-GB" dirty="0"/>
              <a:t> </a:t>
            </a:r>
            <a:r>
              <a:rPr lang="en-GB" dirty="0" err="1"/>
              <a:t>richárd</a:t>
            </a:r>
            <a:r>
              <a:rPr lang="en-GB" dirty="0"/>
              <a:t>, mechatronics, 25223020</a:t>
            </a:r>
          </a:p>
        </p:txBody>
      </p:sp>
    </p:spTree>
    <p:extLst>
      <p:ext uri="{BB962C8B-B14F-4D97-AF65-F5344CB8AC3E}">
        <p14:creationId xmlns:p14="http://schemas.microsoft.com/office/powerpoint/2010/main" val="847708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86B860-5015-3784-A132-4F6ADAAF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Zener diode characteristic and operation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B26D3BA-D75C-D5CC-2420-808750F77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F9BA7351-E367-689E-74E0-BADF154B5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166" y="2187019"/>
            <a:ext cx="6616351" cy="406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96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1CA506-0D32-8927-4B57-AB3C1B1FA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598" y="452718"/>
            <a:ext cx="8549748" cy="1400530"/>
          </a:xfrm>
        </p:spPr>
        <p:txBody>
          <a:bodyPr/>
          <a:lstStyle/>
          <a:p>
            <a:r>
              <a:rPr lang="en-GB" dirty="0"/>
              <a:t>Zenner diode and resistor as a voltage regulator – example </a:t>
            </a:r>
            <a:r>
              <a:rPr lang="en-GB" dirty="0" err="1"/>
              <a:t>ciruit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0CA6338-19D9-4159-85AB-EA5D5D570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39" y="2052918"/>
            <a:ext cx="8946541" cy="4195481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CEF09B35-4726-5648-225C-F33E812E5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182" y="2467697"/>
            <a:ext cx="6546580" cy="359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57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374108-28CC-9D87-C2DB-22FF2E45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Zenner diode and resistor as a voltage regulator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D1ACEAA-6E84-322C-4698-A2AAC7834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01C39B9-C4CA-649A-92CA-1CE670284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487660"/>
            <a:ext cx="8992379" cy="132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22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53367B-3655-0961-21E1-D6D5C7A8F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Zenner diode and resistor as a voltage regulator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99026AA-3311-0367-8781-2056F73EB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8006" y="3366311"/>
            <a:ext cx="8679932" cy="1638442"/>
          </a:xfrm>
        </p:spPr>
      </p:pic>
    </p:spTree>
    <p:extLst>
      <p:ext uri="{BB962C8B-B14F-4D97-AF65-F5344CB8AC3E}">
        <p14:creationId xmlns:p14="http://schemas.microsoft.com/office/powerpoint/2010/main" val="22642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76383B-AFE6-6939-7F4B-4FF399F00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Zenner diode and resistor as a voltage regulator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A4E0998-6BBC-4D59-3F2A-8CED154DD6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8209" y="3495142"/>
            <a:ext cx="5517358" cy="1310754"/>
          </a:xfrm>
        </p:spPr>
      </p:pic>
    </p:spTree>
    <p:extLst>
      <p:ext uri="{BB962C8B-B14F-4D97-AF65-F5344CB8AC3E}">
        <p14:creationId xmlns:p14="http://schemas.microsoft.com/office/powerpoint/2010/main" val="405590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684CBD-FD32-1F66-2A43-6596261D0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Zenner diode and resistor as a voltage regulator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C05FD84-45A6-BB73-8211-12B83BD2E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643179C-1BED-09D0-0776-7024FBD17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05" y="3604000"/>
            <a:ext cx="10089754" cy="8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31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4F651D-BED8-E08D-01F5-B1A8FD13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Zenner diode and resistor as a voltage regulator – example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7D95A68A-9602-23BF-DACB-C4F3C0495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1917" y="2089130"/>
            <a:ext cx="6469941" cy="4122777"/>
          </a:xfrm>
        </p:spPr>
      </p:pic>
    </p:spTree>
    <p:extLst>
      <p:ext uri="{BB962C8B-B14F-4D97-AF65-F5344CB8AC3E}">
        <p14:creationId xmlns:p14="http://schemas.microsoft.com/office/powerpoint/2010/main" val="3421037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7618D7-E257-AA99-37A7-73C459F54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797B1CBA-936A-78B0-130D-A4A177943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384" y="2146285"/>
            <a:ext cx="7011008" cy="4008467"/>
          </a:xfrm>
        </p:spPr>
      </p:pic>
    </p:spTree>
    <p:extLst>
      <p:ext uri="{BB962C8B-B14F-4D97-AF65-F5344CB8AC3E}">
        <p14:creationId xmlns:p14="http://schemas.microsoft.com/office/powerpoint/2010/main" val="6562749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71</Words>
  <Application>Microsoft Office PowerPoint</Application>
  <PresentationFormat>Szélesvásznú</PresentationFormat>
  <Paragraphs>9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Zener diode as voltage regulator</vt:lpstr>
      <vt:lpstr>Zener diode characteristic and operation</vt:lpstr>
      <vt:lpstr>Zenner diode and resistor as a voltage regulator – example ciruit</vt:lpstr>
      <vt:lpstr>Zenner diode and resistor as a voltage regulator</vt:lpstr>
      <vt:lpstr>Zenner diode and resistor as a voltage regulator</vt:lpstr>
      <vt:lpstr>Zenner diode and resistor as a voltage regulator</vt:lpstr>
      <vt:lpstr>Zenner diode and resistor as a voltage regulator</vt:lpstr>
      <vt:lpstr>Zenner diode and resistor as a voltage regulator – example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Ricsi</dc:creator>
  <cp:lastModifiedBy>Ricsi</cp:lastModifiedBy>
  <cp:revision>3</cp:revision>
  <dcterms:created xsi:type="dcterms:W3CDTF">2024-10-16T13:26:46Z</dcterms:created>
  <dcterms:modified xsi:type="dcterms:W3CDTF">2024-10-16T14:16:42Z</dcterms:modified>
</cp:coreProperties>
</file>