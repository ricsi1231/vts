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5" r:id="rId6"/>
    <p:sldId id="261" r:id="rId7"/>
    <p:sldId id="263" r:id="rId8"/>
    <p:sldId id="264" r:id="rId9"/>
    <p:sldId id="262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6935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110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989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241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447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271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0995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2519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743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021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0682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4981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8951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3599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785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2339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567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7D7F9F-8D64-467A-BFF0-6AFAAFB4C525}" type="datetimeFigureOut">
              <a:rPr lang="en-GB" smtClean="0"/>
              <a:t>12/11/2024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881DB-EA4B-47BB-9FD2-94AF2BCB0A2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41594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046703-FB7C-1100-6743-7A30DF8E20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Voltage Regulators &amp; LDO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69E0B57-2DBC-C355-4A68-8701ADB992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Nagy </a:t>
            </a:r>
            <a:r>
              <a:rPr lang="en-GB" dirty="0" err="1"/>
              <a:t>richárd</a:t>
            </a:r>
            <a:r>
              <a:rPr lang="en-GB" dirty="0"/>
              <a:t>, mechatronics, 25223020</a:t>
            </a:r>
          </a:p>
        </p:txBody>
      </p:sp>
    </p:spTree>
    <p:extLst>
      <p:ext uri="{BB962C8B-B14F-4D97-AF65-F5344CB8AC3E}">
        <p14:creationId xmlns:p14="http://schemas.microsoft.com/office/powerpoint/2010/main" val="3580709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B4BC2E-1929-1942-C8A6-575D2925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Voltage Regulators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AB68F4-0FC3-19CD-2E87-0FBFB409F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Zenner diode based voltage regulator;</a:t>
            </a:r>
          </a:p>
          <a:p>
            <a:r>
              <a:rPr lang="en-GB" dirty="0"/>
              <a:t>Linear voltage Regulator;</a:t>
            </a:r>
          </a:p>
          <a:p>
            <a:r>
              <a:rPr lang="en-GB" dirty="0"/>
              <a:t>Switching Converters – Buck, Boost, Buck-Boost Converter;</a:t>
            </a:r>
          </a:p>
          <a:p>
            <a:r>
              <a:rPr lang="en-GB" dirty="0"/>
              <a:t>Flyback Converter;</a:t>
            </a:r>
          </a:p>
          <a:p>
            <a:r>
              <a:rPr lang="en-GB" dirty="0"/>
              <a:t>AC-DC voltage conversion;</a:t>
            </a:r>
          </a:p>
          <a:p>
            <a:r>
              <a:rPr lang="en-GB" dirty="0"/>
              <a:t>DC-AC conversion;</a:t>
            </a:r>
          </a:p>
        </p:txBody>
      </p:sp>
    </p:spTree>
    <p:extLst>
      <p:ext uri="{BB962C8B-B14F-4D97-AF65-F5344CB8AC3E}">
        <p14:creationId xmlns:p14="http://schemas.microsoft.com/office/powerpoint/2010/main" val="280148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AB731E9-A6B0-9871-CFF6-889903380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Zener diode based voltage regulator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2421539-F69E-D4D7-7AB3-8B3A410E9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Advantage;</a:t>
            </a:r>
          </a:p>
          <a:p>
            <a:r>
              <a:rPr lang="en-GB" dirty="0"/>
              <a:t>Disadvantage;</a:t>
            </a:r>
          </a:p>
          <a:p>
            <a:r>
              <a:rPr lang="en-GB" dirty="0"/>
              <a:t>Working principals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3211988-0961-1185-7EC0-378AAC7E6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472" y="1734610"/>
            <a:ext cx="6309907" cy="459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588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73A29F-08E7-E81C-77AA-9E07A886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LDO – Low Voltage Dropout regulator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7EE515E-DA6D-45E4-1B69-C0FAD8F70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Advantage;</a:t>
            </a:r>
          </a:p>
          <a:p>
            <a:r>
              <a:rPr lang="en-GB" dirty="0"/>
              <a:t>Disadvantage;</a:t>
            </a:r>
          </a:p>
          <a:p>
            <a:r>
              <a:rPr lang="en-GB" dirty="0"/>
              <a:t>Working principals;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6D91BC7-5FFF-7E94-E5AB-F8A9EFB10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970" y="2158350"/>
            <a:ext cx="7586869" cy="398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049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6EC7E1-5B44-252A-8642-3426EED2E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LDO internal </a:t>
            </a:r>
            <a:r>
              <a:rPr lang="en-GB" dirty="0" err="1"/>
              <a:t>structre</a:t>
            </a:r>
            <a:endParaRPr lang="en-GB" dirty="0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978003F1-DDA9-ED98-6858-F8C2B3399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Op amp;</a:t>
            </a:r>
          </a:p>
          <a:p>
            <a:r>
              <a:rPr lang="en-GB" dirty="0"/>
              <a:t>Resistor divider;</a:t>
            </a:r>
          </a:p>
          <a:p>
            <a:r>
              <a:rPr lang="en-GB" dirty="0"/>
              <a:t>VREF voltage;</a:t>
            </a:r>
          </a:p>
        </p:txBody>
      </p:sp>
      <p:pic>
        <p:nvPicPr>
          <p:cNvPr id="8" name="Tartalom helye 4">
            <a:extLst>
              <a:ext uri="{FF2B5EF4-FFF2-40B4-BE49-F238E27FC236}">
                <a16:creationId xmlns:a16="http://schemas.microsoft.com/office/drawing/2014/main" id="{63B38370-EF8B-8230-BF88-48A4B0EED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914" y="1760407"/>
            <a:ext cx="6164228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396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3F6842-ABA3-08BD-0335-94BF40B4F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LDO – 7805 – Single Rail Power Supply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FCEF35-A654-D041-172A-DF9D48182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Capacitor Size;</a:t>
            </a:r>
          </a:p>
          <a:p>
            <a:r>
              <a:rPr lang="en-GB" dirty="0"/>
              <a:t>Capacitor </a:t>
            </a:r>
            <a:r>
              <a:rPr lang="en-GB" dirty="0" err="1"/>
              <a:t>Placment</a:t>
            </a:r>
            <a:r>
              <a:rPr lang="en-GB" dirty="0"/>
              <a:t>;</a:t>
            </a:r>
          </a:p>
          <a:p>
            <a:endParaRPr lang="en-GB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ED3500D5-28D1-7A2F-8C33-15BE43C1D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153" y="2366970"/>
            <a:ext cx="6690744" cy="356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51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4588BB-D6B6-09DF-9665-3D339F186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LDO – 7805 – Adjustable Output Regulator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8D270E-1C98-157C-CA6D-71C9C5379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to size resistors?</a:t>
            </a:r>
          </a:p>
          <a:p>
            <a:r>
              <a:rPr lang="en-GB" dirty="0" err="1"/>
              <a:t>Vout</a:t>
            </a:r>
            <a:r>
              <a:rPr lang="en-GB" dirty="0"/>
              <a:t> = Vin * (R2 / R1 + R2)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E4CFB83-D224-B313-FE21-BA052BE98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434" y="2194321"/>
            <a:ext cx="6681529" cy="368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09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B54C68-5B1B-265B-1058-0191DBB3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LDO – 7805 – Dual Rail Power Supply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5D2DA90-B93F-C443-E508-4800E1835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Where useful?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3E6C316-2144-CE00-8F67-DF0CAB5A8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304" y="2247359"/>
            <a:ext cx="7652438" cy="380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201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10DB7F-87F6-5920-C14A-627448BF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LDO – Example Usage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AC51BE39-15DE-0D7D-DEDE-E87C67055C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6373" y="1152983"/>
            <a:ext cx="9577633" cy="5428268"/>
          </a:xfrm>
        </p:spPr>
      </p:pic>
    </p:spTree>
    <p:extLst>
      <p:ext uri="{BB962C8B-B14F-4D97-AF65-F5344CB8AC3E}">
        <p14:creationId xmlns:p14="http://schemas.microsoft.com/office/powerpoint/2010/main" val="2955125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D549C4-D0E4-1455-E228-54FFF65FB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897127-02C3-5574-6B94-115C6F2EA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Tartalom helye 4">
            <a:extLst>
              <a:ext uri="{FF2B5EF4-FFF2-40B4-BE49-F238E27FC236}">
                <a16:creationId xmlns:a16="http://schemas.microsoft.com/office/drawing/2014/main" id="{56D67543-D112-AAC4-DE82-5A32DB1E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968" y="1768598"/>
            <a:ext cx="7011008" cy="40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304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</TotalTime>
  <Words>130</Words>
  <Application>Microsoft Office PowerPoint</Application>
  <PresentationFormat>Szélesvásznú</PresentationFormat>
  <Paragraphs>30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Voltage Regulators &amp; LDO</vt:lpstr>
      <vt:lpstr>Voltage Regulators</vt:lpstr>
      <vt:lpstr>Zener diode based voltage regulator</vt:lpstr>
      <vt:lpstr>LDO – Low Voltage Dropout regulator</vt:lpstr>
      <vt:lpstr>LDO internal structre</vt:lpstr>
      <vt:lpstr>LDO – 7805 – Single Rail Power Supply</vt:lpstr>
      <vt:lpstr>LDO – 7805 – Adjustable Output Regulator</vt:lpstr>
      <vt:lpstr>LDO – 7805 – Dual Rail Power Supply</vt:lpstr>
      <vt:lpstr>LDO – Example Usage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Ricsi</dc:creator>
  <cp:lastModifiedBy>Ricsi</cp:lastModifiedBy>
  <cp:revision>1</cp:revision>
  <dcterms:created xsi:type="dcterms:W3CDTF">2024-11-12T05:33:00Z</dcterms:created>
  <dcterms:modified xsi:type="dcterms:W3CDTF">2024-11-12T06:03:47Z</dcterms:modified>
</cp:coreProperties>
</file>