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1" r:id="rId3"/>
    <p:sldId id="257" r:id="rId4"/>
    <p:sldId id="276" r:id="rId5"/>
    <p:sldId id="268" r:id="rId6"/>
    <p:sldId id="273" r:id="rId7"/>
    <p:sldId id="259" r:id="rId8"/>
    <p:sldId id="258" r:id="rId9"/>
    <p:sldId id="260" r:id="rId10"/>
    <p:sldId id="264" r:id="rId11"/>
    <p:sldId id="270" r:id="rId12"/>
    <p:sldId id="261" r:id="rId13"/>
    <p:sldId id="274" r:id="rId14"/>
    <p:sldId id="275" r:id="rId15"/>
    <p:sldId id="262" r:id="rId16"/>
    <p:sldId id="265" r:id="rId17"/>
    <p:sldId id="26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81" d="100"/>
          <a:sy n="81" d="100"/>
        </p:scale>
        <p:origin x="74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9001C-1B8D-4D72-8D13-CF4B2B3089B9}" type="datetimeFigureOut">
              <a:rPr lang="en-GB" smtClean="0"/>
              <a:t>06/11/2024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B3523-C663-4974-BA04-EA8369B43BB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2735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9001C-1B8D-4D72-8D13-CF4B2B3089B9}" type="datetimeFigureOut">
              <a:rPr lang="en-GB" smtClean="0"/>
              <a:t>06/11/2024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B3523-C663-4974-BA04-EA8369B43BB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3253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9001C-1B8D-4D72-8D13-CF4B2B3089B9}" type="datetimeFigureOut">
              <a:rPr lang="en-GB" smtClean="0"/>
              <a:t>06/11/2024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B3523-C663-4974-BA04-EA8369B43BB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6627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9001C-1B8D-4D72-8D13-CF4B2B3089B9}" type="datetimeFigureOut">
              <a:rPr lang="en-GB" smtClean="0"/>
              <a:t>06/11/2024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B3523-C663-4974-BA04-EA8369B43BB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0048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9001C-1B8D-4D72-8D13-CF4B2B3089B9}" type="datetimeFigureOut">
              <a:rPr lang="en-GB" smtClean="0"/>
              <a:t>06/11/2024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B3523-C663-4974-BA04-EA8369B43BB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105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9001C-1B8D-4D72-8D13-CF4B2B3089B9}" type="datetimeFigureOut">
              <a:rPr lang="en-GB" smtClean="0"/>
              <a:t>06/11/2024</a:t>
            </a:fld>
            <a:endParaRPr lang="en-GB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B3523-C663-4974-BA04-EA8369B43BB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7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9001C-1B8D-4D72-8D13-CF4B2B3089B9}" type="datetimeFigureOut">
              <a:rPr lang="en-GB" smtClean="0"/>
              <a:t>06/11/2024</a:t>
            </a:fld>
            <a:endParaRPr lang="en-GB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B3523-C663-4974-BA04-EA8369B43BB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142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9001C-1B8D-4D72-8D13-CF4B2B3089B9}" type="datetimeFigureOut">
              <a:rPr lang="en-GB" smtClean="0"/>
              <a:t>06/11/2024</a:t>
            </a:fld>
            <a:endParaRPr lang="en-GB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B3523-C663-4974-BA04-EA8369B43BB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2352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dirty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9001C-1B8D-4D72-8D13-CF4B2B3089B9}" type="datetimeFigureOut">
              <a:rPr lang="en-GB" smtClean="0"/>
              <a:t>06/11/2024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B3523-C663-4974-BA04-EA8369B43BB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1380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dirty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9001C-1B8D-4D72-8D13-CF4B2B3089B9}" type="datetimeFigureOut">
              <a:rPr lang="en-GB" smtClean="0"/>
              <a:t>06/11/2024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B3523-C663-4974-BA04-EA8369B43BB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6727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9001C-1B8D-4D72-8D13-CF4B2B3089B9}" type="datetimeFigureOut">
              <a:rPr lang="en-GB" smtClean="0"/>
              <a:t>06/11/2024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B3523-C663-4974-BA04-EA8369B43BB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5968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9001C-1B8D-4D72-8D13-CF4B2B3089B9}" type="datetimeFigureOut">
              <a:rPr lang="en-GB" smtClean="0"/>
              <a:t>06/11/2024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B3523-C663-4974-BA04-EA8369B43BB8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765891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9001C-1B8D-4D72-8D13-CF4B2B3089B9}" type="datetimeFigureOut">
              <a:rPr lang="en-GB" smtClean="0"/>
              <a:t>06/11/2024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B3523-C663-4974-BA04-EA8369B43BB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08474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9001C-1B8D-4D72-8D13-CF4B2B3089B9}" type="datetimeFigureOut">
              <a:rPr lang="en-GB" smtClean="0"/>
              <a:t>06/11/2024</a:t>
            </a:fld>
            <a:endParaRPr lang="en-GB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B3523-C663-4974-BA04-EA8369B43BB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45342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dirty="0"/>
              <a:t>Kép beszúrásához kattintson az ikonra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dirty="0"/>
              <a:t>Kép beszúrásához kattintson az ikonra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dirty="0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9001C-1B8D-4D72-8D13-CF4B2B3089B9}" type="datetimeFigureOut">
              <a:rPr lang="en-GB" smtClean="0"/>
              <a:t>06/11/2024</a:t>
            </a:fld>
            <a:endParaRPr lang="en-GB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B3523-C663-4974-BA04-EA8369B43BB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35534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9001C-1B8D-4D72-8D13-CF4B2B3089B9}" type="datetimeFigureOut">
              <a:rPr lang="en-GB" smtClean="0"/>
              <a:t>06/11/2024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B3523-C663-4974-BA04-EA8369B43BB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57650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9001C-1B8D-4D72-8D13-CF4B2B3089B9}" type="datetimeFigureOut">
              <a:rPr lang="en-GB" smtClean="0"/>
              <a:t>06/11/2024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B3523-C663-4974-BA04-EA8369B43BB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550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EC9001C-1B8D-4D72-8D13-CF4B2B3089B9}" type="datetimeFigureOut">
              <a:rPr lang="en-GB" smtClean="0"/>
              <a:t>06/11/2024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2B3523-C663-4974-BA04-EA8369B43BB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64855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64860D6-B0A0-644E-222C-D55579D5CE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Transistors  &amp; Discrete op amp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BE62DC95-ED12-6070-52D4-E0B316F54C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By: </a:t>
            </a:r>
            <a:r>
              <a:rPr lang="en-GB" dirty="0" err="1"/>
              <a:t>nagy</a:t>
            </a:r>
            <a:r>
              <a:rPr lang="en-GB" dirty="0"/>
              <a:t> </a:t>
            </a:r>
            <a:r>
              <a:rPr lang="en-GB" dirty="0" err="1"/>
              <a:t>richárd</a:t>
            </a:r>
            <a:r>
              <a:rPr lang="en-GB" dirty="0"/>
              <a:t>, mechatronics, 25223020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4075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A373CEE-77C3-C4D0-2159-63705C860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NPN and PNP layers</a:t>
            </a:r>
          </a:p>
        </p:txBody>
      </p:sp>
      <p:sp>
        <p:nvSpPr>
          <p:cNvPr id="11" name="Tartalom helye 10">
            <a:extLst>
              <a:ext uri="{FF2B5EF4-FFF2-40B4-BE49-F238E27FC236}">
                <a16:creationId xmlns:a16="http://schemas.microsoft.com/office/drawing/2014/main" id="{8E674D0C-D527-5336-F126-3E15B75EA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7" name="Kép 16">
            <a:extLst>
              <a:ext uri="{FF2B5EF4-FFF2-40B4-BE49-F238E27FC236}">
                <a16:creationId xmlns:a16="http://schemas.microsoft.com/office/drawing/2014/main" id="{817B2B9A-B9F6-5052-1AAE-6A8A0AD5B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12" y="2363613"/>
            <a:ext cx="8649450" cy="35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955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1549A23-F372-D56E-9246-DC5776E2A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Transistors - Bipolar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3E8E18EF-6088-340D-90A4-965B71499A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8358" y="2052638"/>
            <a:ext cx="7437060" cy="4195762"/>
          </a:xfrm>
        </p:spPr>
      </p:pic>
    </p:spTree>
    <p:extLst>
      <p:ext uri="{BB962C8B-B14F-4D97-AF65-F5344CB8AC3E}">
        <p14:creationId xmlns:p14="http://schemas.microsoft.com/office/powerpoint/2010/main" val="374066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A3C3BCC-7175-3645-9098-2133BE11B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Current Sink VS Current Source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4E74A6D-9DDF-2D8D-EC4B-9C1A246FD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DFABC52C-3E55-28A2-1794-2A297D1B9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50039"/>
            <a:ext cx="6025749" cy="3269263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3DD51A9A-A6A2-740E-615C-38E7F4879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749" y="2450039"/>
            <a:ext cx="6025749" cy="3269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935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6E07E62-CCE1-BD22-3EC6-DB3C0E91D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Transistor operating point</a:t>
            </a:r>
          </a:p>
        </p:txBody>
      </p:sp>
      <p:pic>
        <p:nvPicPr>
          <p:cNvPr id="10" name="Tartalom helye 9">
            <a:extLst>
              <a:ext uri="{FF2B5EF4-FFF2-40B4-BE49-F238E27FC236}">
                <a16:creationId xmlns:a16="http://schemas.microsoft.com/office/drawing/2014/main" id="{A8390E8D-72E5-5A6C-6E67-5810DA0659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60580" y="2070216"/>
            <a:ext cx="4105395" cy="4160882"/>
          </a:xfrm>
        </p:spPr>
      </p:pic>
      <p:pic>
        <p:nvPicPr>
          <p:cNvPr id="8" name="Tartalom helye 6">
            <a:extLst>
              <a:ext uri="{FF2B5EF4-FFF2-40B4-BE49-F238E27FC236}">
                <a16:creationId xmlns:a16="http://schemas.microsoft.com/office/drawing/2014/main" id="{8EF1A1BE-3FA5-F2C1-C375-09A9D6A4F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22" y="2070217"/>
            <a:ext cx="3421677" cy="4160881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C71E8E80-1558-8804-E71B-7AF039E4A2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0699" y="2070217"/>
            <a:ext cx="3939881" cy="416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055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DFE728A-C77D-CF06-7C66-61A36C6A8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Transistors – Characteristic</a:t>
            </a:r>
          </a:p>
        </p:txBody>
      </p:sp>
      <p:pic>
        <p:nvPicPr>
          <p:cNvPr id="7" name="Tartalom helye 6">
            <a:extLst>
              <a:ext uri="{FF2B5EF4-FFF2-40B4-BE49-F238E27FC236}">
                <a16:creationId xmlns:a16="http://schemas.microsoft.com/office/drawing/2014/main" id="{8EFDD848-76DA-34FE-6823-183C7D48B8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3179" y="2054837"/>
            <a:ext cx="8047417" cy="419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022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05F9E32-53F5-5BED-454B-3DF90F3B2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Transistors – Basic Circuit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73B9F54-2BC7-141D-B726-40453C6DA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9DAAEF0D-AB53-BBBB-4C11-D33D04080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888" y="2052918"/>
            <a:ext cx="4549534" cy="4195481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BD664910-4EEF-D8F5-38C0-80D060F0F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52918"/>
            <a:ext cx="4419983" cy="432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694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B8ADDFE-A352-87E7-F04F-01BC8C089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Transistors – </a:t>
            </a:r>
            <a:r>
              <a:rPr lang="en-GB" dirty="0" err="1"/>
              <a:t>Fet</a:t>
            </a:r>
            <a:r>
              <a:rPr lang="en-GB" dirty="0"/>
              <a:t> and </a:t>
            </a:r>
            <a:r>
              <a:rPr lang="en-GB" dirty="0" err="1"/>
              <a:t>Mosfet</a:t>
            </a:r>
            <a:endParaRPr lang="en-GB" dirty="0"/>
          </a:p>
        </p:txBody>
      </p:sp>
      <p:pic>
        <p:nvPicPr>
          <p:cNvPr id="6" name="Tartalom helye 5">
            <a:extLst>
              <a:ext uri="{FF2B5EF4-FFF2-40B4-BE49-F238E27FC236}">
                <a16:creationId xmlns:a16="http://schemas.microsoft.com/office/drawing/2014/main" id="{6B3E0882-E97C-338E-8C51-7FC7349FCB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343" y="1342253"/>
            <a:ext cx="6450572" cy="2601798"/>
          </a:xfr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F1E6698F-CB66-5553-DD6C-5DFBBABF0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164" y="1152983"/>
            <a:ext cx="2766401" cy="2626288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F44C1328-B20B-00F1-6C9A-E8FE990087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43" y="3988986"/>
            <a:ext cx="1631190" cy="2685334"/>
          </a:xfrm>
          <a:prstGeom prst="rect">
            <a:avLst/>
          </a:prstGeom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16F014C5-B998-1B28-199C-89EE2A41EE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4928" y="3823569"/>
            <a:ext cx="1926637" cy="285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016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95EFE8B-2369-A709-5F14-115335857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 amp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F46ACCFC-79BE-276B-A2E5-D7F260B0A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EF91D52F-62DB-5783-873E-BFB2B3D73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701" y="1853248"/>
            <a:ext cx="9345761" cy="444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351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5DFD60A-964D-29A7-1900-CF5F4800B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Open loop op amp diagram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D000C1B-D975-C134-2E44-36BF1DA9D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0D24C507-30DF-8043-F645-FCF97DF97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12" y="1461155"/>
            <a:ext cx="9929236" cy="4622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658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9706322-83EC-9E82-39AA-C881E8DEA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Closed </a:t>
            </a:r>
            <a:r>
              <a:rPr lang="en-GB" dirty="0"/>
              <a:t>loop op amp diagram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AD7F73B-4274-34CF-A368-0C7D3325C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A6AFC92B-1889-BF63-9D04-AEA6CE41A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361" y="2310268"/>
            <a:ext cx="5768840" cy="3680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505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FB1952F-FD7C-73E9-94B7-8EF63ADD9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 amp basic Circuits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0771D4B0-BF5E-2751-FC60-AF8C5054D9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1265" y="2085320"/>
            <a:ext cx="8131245" cy="4130398"/>
          </a:xfrm>
        </p:spPr>
      </p:pic>
    </p:spTree>
    <p:extLst>
      <p:ext uri="{BB962C8B-B14F-4D97-AF65-F5344CB8AC3E}">
        <p14:creationId xmlns:p14="http://schemas.microsoft.com/office/powerpoint/2010/main" val="156960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D98C53B-CEFD-8E1D-DBC0-111891209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Voltage Summing Amplifier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563AE21-456B-9B4E-6A9A-41FD38C90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CD668517-9D74-9329-15EE-185C0B6AC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018" y="2252332"/>
            <a:ext cx="8340186" cy="3796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3107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E9A60AE-5094-06D9-D8AD-262995AF2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>
              <a:lnSpc>
                <a:spcPts val="2400"/>
              </a:lnSpc>
            </a:pPr>
            <a:r>
              <a:rPr lang="en-GB" b="0" i="0" dirty="0">
                <a:solidFill>
                  <a:srgbClr val="D1CBC1"/>
                </a:solidFill>
                <a:effectLst/>
                <a:latin typeface="inherit"/>
              </a:rPr>
              <a:t>Voltage Differential Amplifier</a:t>
            </a:r>
            <a:endParaRPr lang="en-GB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909C29F-8DAF-E04C-7945-7EB835D85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56DFC0DC-7D25-A954-FC14-70D6B3F8B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952" y="1632428"/>
            <a:ext cx="8332257" cy="446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728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71F9535-44FF-CE8E-3E59-72555965C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Discrete op amp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3541418-2C5E-7589-5C99-3EA5FB784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D163EBEC-22CC-E0E3-50FE-CEC9EFA26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903" y="1408019"/>
            <a:ext cx="6911232" cy="484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2277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BEC4A00-3BCD-1033-5405-8A72DE5A7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Difference amp</a:t>
            </a:r>
          </a:p>
        </p:txBody>
      </p:sp>
      <p:sp>
        <p:nvSpPr>
          <p:cNvPr id="7" name="Tartalom helye 6">
            <a:extLst>
              <a:ext uri="{FF2B5EF4-FFF2-40B4-BE49-F238E27FC236}">
                <a16:creationId xmlns:a16="http://schemas.microsoft.com/office/drawing/2014/main" id="{A97FFD16-1FEF-6F2F-99DD-8CBBA0697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5DE2EDEA-B8A8-8008-9712-17BAC83BD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669" y="1704954"/>
            <a:ext cx="8946541" cy="470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4385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8AC8521-E808-FC7C-FA37-CFBC635C7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455051A-020A-9B6B-BC9F-081ACD84C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Tartalom helye 4">
            <a:extLst>
              <a:ext uri="{FF2B5EF4-FFF2-40B4-BE49-F238E27FC236}">
                <a16:creationId xmlns:a16="http://schemas.microsoft.com/office/drawing/2014/main" id="{11224B9C-3C14-C2B3-4AE4-4F8DFAAFF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968" y="1768598"/>
            <a:ext cx="7011008" cy="4008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2120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3514C21-892D-4C25-8F89-37BA332948F1}">
  <we:reference id="wa200005566" version="3.0.0.2" store="hu-HU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1838</TotalTime>
  <Words>67</Words>
  <Application>Microsoft Office PowerPoint</Application>
  <PresentationFormat>Szélesvásznú</PresentationFormat>
  <Paragraphs>23</Paragraphs>
  <Slides>17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17</vt:i4>
      </vt:variant>
    </vt:vector>
  </HeadingPairs>
  <TitlesOfParts>
    <vt:vector size="21" baseType="lpstr">
      <vt:lpstr>Century Gothic</vt:lpstr>
      <vt:lpstr>inherit</vt:lpstr>
      <vt:lpstr>Wingdings 3</vt:lpstr>
      <vt:lpstr>Ion</vt:lpstr>
      <vt:lpstr>Transistors  &amp; Discrete op amp</vt:lpstr>
      <vt:lpstr>NPN and PNP layers</vt:lpstr>
      <vt:lpstr>Transistors - Bipolar</vt:lpstr>
      <vt:lpstr>Current Sink VS Current Source</vt:lpstr>
      <vt:lpstr>Transistor operating point</vt:lpstr>
      <vt:lpstr>Transistors – Characteristic</vt:lpstr>
      <vt:lpstr>Transistors – Basic Circuit</vt:lpstr>
      <vt:lpstr>Transistors – Fet and Mosfet</vt:lpstr>
      <vt:lpstr>Op amp</vt:lpstr>
      <vt:lpstr>Open loop op amp diagram</vt:lpstr>
      <vt:lpstr>Closed loop op amp diagram</vt:lpstr>
      <vt:lpstr>Op amp basic Circuits</vt:lpstr>
      <vt:lpstr>Voltage Summing Amplifier</vt:lpstr>
      <vt:lpstr>Voltage Differential Amplifier</vt:lpstr>
      <vt:lpstr>Discrete op amp</vt:lpstr>
      <vt:lpstr>Difference amp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Ricsi</dc:creator>
  <cp:lastModifiedBy>Ricsi</cp:lastModifiedBy>
  <cp:revision>13</cp:revision>
  <dcterms:created xsi:type="dcterms:W3CDTF">2024-10-22T13:31:13Z</dcterms:created>
  <dcterms:modified xsi:type="dcterms:W3CDTF">2024-11-06T15:28:47Z</dcterms:modified>
</cp:coreProperties>
</file>