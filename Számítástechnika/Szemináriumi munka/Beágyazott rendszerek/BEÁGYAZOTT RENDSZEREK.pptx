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1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477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5462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99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461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3183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6037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187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4960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896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7190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2860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1976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4430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4628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0619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5737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6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F26170C-AF9C-456D-8298-A1B4EE45B313}" type="datetimeFigureOut">
              <a:rPr lang="hu-HU" smtClean="0"/>
              <a:t>2024. 01. 11.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67C2E-A917-44B7-A6AA-3DF48E2CEF6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5617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DD08BE-8A42-77F2-FCBE-D0B1C90357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BEÁGYAZOTT RENDSZEREK 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6F45233-C635-3336-7C85-ED4FD938B1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129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4B3BE9-6F5A-2617-15AB-F6FB388E9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Beágyazott rendszerek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F761A6D-53D0-9993-8D24-6F44F698E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Szerepe;</a:t>
            </a:r>
          </a:p>
          <a:p>
            <a:r>
              <a:rPr lang="hu-HU" dirty="0"/>
              <a:t>Kutatási területek;</a:t>
            </a:r>
          </a:p>
          <a:p>
            <a:r>
              <a:rPr lang="hu-HU" dirty="0"/>
              <a:t>Feladatuk;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7BFA930-27F9-7C1D-A09E-467371561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460" y="1714106"/>
            <a:ext cx="6066046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4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02C6D6-6581-0710-AD3F-317096714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Beágyazott rendszerek</a:t>
            </a:r>
            <a:br>
              <a:rPr lang="hu-HU" dirty="0"/>
            </a:br>
            <a:r>
              <a:rPr lang="hu-HU" dirty="0"/>
              <a:t>hardveres felépítése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FF6E341-18B6-4BE1-B722-7B57B172B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  <a:p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6BC6694-E8FF-991C-8ECE-64AB025E0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256" y="1905660"/>
            <a:ext cx="8077900" cy="448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3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129589-062E-C810-9AB1-777F9EC7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Beágyazott rendszerek</a:t>
            </a:r>
            <a:br>
              <a:rPr lang="hu-HU" dirty="0"/>
            </a:br>
            <a:r>
              <a:rPr lang="hu-HU" dirty="0"/>
              <a:t>szoftveres felépítése 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21FB22F6-6A38-86BC-B7A7-213C107CA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370409"/>
            <a:ext cx="8947150" cy="3560220"/>
          </a:xfrm>
        </p:spPr>
      </p:pic>
    </p:spTree>
    <p:extLst>
      <p:ext uri="{BB962C8B-B14F-4D97-AF65-F5344CB8AC3E}">
        <p14:creationId xmlns:p14="http://schemas.microsoft.com/office/powerpoint/2010/main" val="132901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715382-FAA1-ACB5-0EE8-A40EA756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Beágyazott rendszerek tervezése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806085-9D5E-5C4C-A864-7488C6CC2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Specifikáció;</a:t>
            </a:r>
          </a:p>
          <a:p>
            <a:r>
              <a:rPr lang="hu-HU" dirty="0"/>
              <a:t>Hardvertervezés;</a:t>
            </a:r>
          </a:p>
          <a:p>
            <a:r>
              <a:rPr lang="hu-HU" dirty="0"/>
              <a:t>Szoftvertervezés;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163AE02-E866-EDD8-71E4-D2FC47DE7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564" y="1583288"/>
            <a:ext cx="6343650" cy="482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84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DFBE10-610E-A228-2D9A-D5723A5FF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Beágyazott rendszerek alkalmazása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945F815E-A606-CA22-D0F9-761AF27C9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0904" y="1999773"/>
            <a:ext cx="6326382" cy="4195762"/>
          </a:xfrm>
        </p:spPr>
      </p:pic>
    </p:spTree>
    <p:extLst>
      <p:ext uri="{BB962C8B-B14F-4D97-AF65-F5344CB8AC3E}">
        <p14:creationId xmlns:p14="http://schemas.microsoft.com/office/powerpoint/2010/main" val="106605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6F7AAC-0414-D7B0-34A6-16E55072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Automata robot platform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1DDCD01-096F-022D-EE78-DE58F5D51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Mobil robotok;</a:t>
            </a:r>
          </a:p>
          <a:p>
            <a:r>
              <a:rPr lang="hu-HU" dirty="0"/>
              <a:t>Kutatási területek;</a:t>
            </a:r>
          </a:p>
          <a:p>
            <a:r>
              <a:rPr lang="hu-HU" dirty="0"/>
              <a:t>Mobil robot alkotó elemei;</a:t>
            </a:r>
          </a:p>
          <a:p>
            <a:r>
              <a:rPr lang="hu-HU" dirty="0"/>
              <a:t>Robot programjai;</a:t>
            </a:r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E777FA4-9BC9-E380-1E4F-9DFCD8548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815" y="1652904"/>
            <a:ext cx="6115685" cy="45954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747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C26912-ECDC-1060-C450-DE156D4E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Arduino</a:t>
            </a:r>
            <a:r>
              <a:rPr lang="hu-HU" dirty="0"/>
              <a:t> platform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9B5BB5-5971-F749-907F-CD74DE280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Bevezetés;</a:t>
            </a:r>
          </a:p>
          <a:p>
            <a:r>
              <a:rPr lang="hu-HU" dirty="0" err="1"/>
              <a:t>Hardvere</a:t>
            </a:r>
            <a:r>
              <a:rPr lang="hu-HU" dirty="0"/>
              <a:t>;</a:t>
            </a:r>
          </a:p>
          <a:p>
            <a:r>
              <a:rPr lang="hu-HU" dirty="0"/>
              <a:t>Szoftvere;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0321BBC-7DC5-BFEC-AF69-4AAC06269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327" y="2608728"/>
            <a:ext cx="6140462" cy="335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6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109</TotalTime>
  <Words>58</Words>
  <Application>Microsoft Office PowerPoint</Application>
  <PresentationFormat>Szélesvásznú</PresentationFormat>
  <Paragraphs>21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BEÁGYAZOTT RENDSZEREK </vt:lpstr>
      <vt:lpstr>Beágyazott rendszerek </vt:lpstr>
      <vt:lpstr>Beágyazott rendszerek hardveres felépítése </vt:lpstr>
      <vt:lpstr>Beágyazott rendszerek szoftveres felépítése </vt:lpstr>
      <vt:lpstr>Beágyazott rendszerek tervezése</vt:lpstr>
      <vt:lpstr>Beágyazott rendszerek alkalmazása</vt:lpstr>
      <vt:lpstr>Automata robot platform</vt:lpstr>
      <vt:lpstr>Arduino platform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BEÁGYAZOTT RENDSZEREK </dc:title>
  <dc:creator>Nagy Richard</dc:creator>
  <cp:lastModifiedBy>Nagy Richard</cp:lastModifiedBy>
  <cp:revision>18</cp:revision>
  <dcterms:created xsi:type="dcterms:W3CDTF">2023-12-11T19:09:24Z</dcterms:created>
  <dcterms:modified xsi:type="dcterms:W3CDTF">2024-01-11T08:05:28Z</dcterms:modified>
</cp:coreProperties>
</file>